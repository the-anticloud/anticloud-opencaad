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2026-10-02T09:25:48.921390Z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2834d4d31f88b7570065f94cfa4a607c8faf6bb84b8550550bafed68b0fd2b0f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2026-10-02T09:25:48.921390Z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