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22 Ssdf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2026-10-02T09:25:49.068817Z | Framework ID: 22_SSDF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SP 800-218 v1.1 (2022)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PO (Prepare), PS (Protect), PW (Produce), RV (Respond) practices all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Provenance chain covers PS.1 (protect all forms of code); CRDT determinism covers PW.8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8c6a966e5bbb8492b2cdfc042f90c7dec6344b4ef526b27da4e586e0c6a55649</a:t>
            </a:r>
          </a:p>
          <a:p>
            <a:r>
              <a:rPr sz="1000">
                <a:solidFill>
                  <a:srgbClr val="222222"/>
                </a:solidFill>
              </a:rPr>
              <a:t>  SHA3-256 (chain) | dcc19c28da429881ba5043abbbee5d3c46338c1f0f4cd3b1d5534e9b819a7b13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2026-10-02T09:25:49.068817Z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