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A1A2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4FC3F7"/>
                </a:solidFill>
              </a:rPr>
              <a:t>16 Hitrust Csf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CCCCEE"/>
                </a:solidFill>
              </a:rPr>
              <a:t>Lois-Kleinner Alpasan · Anticloud FZ LLE</a:t>
            </a:r>
          </a:p>
          <a:p>
            <a:r>
              <a:rPr sz="1000">
                <a:solidFill>
                  <a:srgbClr val="CCCCEE"/>
                </a:solidFill>
              </a:rPr>
              <a:t>PAX L5 Narrow L2 General 27B</a:t>
            </a:r>
          </a:p>
          <a:p>
            <a:r>
              <a:rPr sz="1000">
                <a:solidFill>
                  <a:srgbClr val="CCCCEE"/>
                </a:solidFill>
              </a:rPr>
              <a:t>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Details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Anticloud FZ LLE — PAX L5 Narrow L2 General 27B</a:t>
            </a:r>
          </a:p>
          <a:p>
            <a:r>
              <a:rPr sz="1000">
                <a:solidFill>
                  <a:srgbClr val="222222"/>
                </a:solidFill>
              </a:rPr>
              <a:t>  Run: 2026-10-02T09:25:48.145357Z | Framework ID: 16_HITRUST_CSF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Standard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HITRUST CSF v11.3 (2024)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Result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PASS — 49 control categories; encryption, access control, audit, incident response addressed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Score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e1 Assessment: PASS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Notes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Maps to HIPAA + ISO 27001 + NIST SP 800-53 simultaneously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Real Benchmark Numbers (Kaggle T4, loiskleinner/pax-benchmark-runner v3)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Module | Key Metric | Value</a:t>
            </a:r>
          </a:p>
          <a:p>
            <a:r>
              <a:rPr sz="1000">
                <a:solidFill>
                  <a:srgbClr val="222222"/>
                </a:solidFill>
              </a:rPr>
              <a:t>  CRDT | lww_set_us | 0.51</a:t>
            </a:r>
          </a:p>
          <a:p>
            <a:r>
              <a:rPr sz="1000">
                <a:solidFill>
                  <a:srgbClr val="222222"/>
                </a:solidFill>
              </a:rPr>
              <a:t>  CRDT | merge_10k_ms | 0.07</a:t>
            </a:r>
          </a:p>
          <a:p>
            <a:r>
              <a:rPr sz="1000">
                <a:solidFill>
                  <a:srgbClr val="222222"/>
                </a:solidFill>
              </a:rPr>
              <a:t>  CRDT | convergence | GUARANTEED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write_per_receipt_ms | 0.059</a:t>
            </a:r>
          </a:p>
          <a:p>
            <a:r>
              <a:rPr sz="1000">
                <a:solidFill>
                  <a:srgbClr val="222222"/>
                </a:solidFill>
              </a:rPr>
              <a:t>  CryptographicProvenance | verify_1k_chain_ms | 2.53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ca_gen_ms | 367.5</a:t>
            </a:r>
          </a:p>
          <a:p>
            <a:r>
              <a:rPr sz="1000">
                <a:solidFill>
                  <a:srgbClr val="222222"/>
                </a:solidFill>
              </a:rPr>
              <a:t>  ZeroTrustLocalMesh | cert_issue_ms | 333.8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Environment Provenance (Preprioception)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Run ID | loiskleinner/pax-benchmark-runner v3</a:t>
            </a:r>
          </a:p>
          <a:p>
            <a:r>
              <a:rPr sz="1000">
                <a:solidFill>
                  <a:srgbClr val="222222"/>
                </a:solidFill>
              </a:rPr>
              <a:t>  Run Date | 2026-10-02</a:t>
            </a:r>
          </a:p>
          <a:p>
            <a:r>
              <a:rPr sz="1000">
                <a:solidFill>
                  <a:srgbClr val="222222"/>
                </a:solidFill>
              </a:rPr>
              <a:t>  Platform | Kaggle T4 x2 GPU, Ubuntu 22.04, Python 3.12</a:t>
            </a:r>
          </a:p>
          <a:p>
            <a:r>
              <a:rPr sz="1000">
                <a:solidFill>
                  <a:srgbClr val="222222"/>
                </a:solidFill>
              </a:rPr>
              <a:t>  GPU | NVIDIA Tesla T4 (2× 16 GB VRAM)</a:t>
            </a:r>
          </a:p>
          <a:p>
            <a:r>
              <a:rPr sz="1000">
                <a:solidFill>
                  <a:srgbClr val="222222"/>
                </a:solidFill>
              </a:rPr>
              <a:t>  CPU | Intel Xeon (2 vCPU, 13 GB RAM)</a:t>
            </a:r>
          </a:p>
          <a:p>
            <a:r>
              <a:rPr sz="1000">
                <a:solidFill>
                  <a:srgbClr val="222222"/>
                </a:solidFill>
              </a:rPr>
              <a:t>  Inference Temperature | N/A (code benchmarks, no LLM sampling)</a:t>
            </a:r>
          </a:p>
          <a:p>
            <a:r>
              <a:rPr sz="1000">
                <a:solidFill>
                  <a:srgbClr val="222222"/>
                </a:solidFill>
              </a:rPr>
              <a:t>  KV Cache | N/A (no LLM inference in this cell)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AFAF8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804672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600" b="1">
                <a:solidFill>
                  <a:srgbClr val="C83218"/>
                </a:solidFill>
              </a:rPr>
              <a:t>Cryptographic Integrity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1188720"/>
            <a:ext cx="8046720" cy="3383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222222"/>
                </a:solidFill>
              </a:rPr>
              <a:t>  Field | Value</a:t>
            </a:r>
          </a:p>
          <a:p>
            <a:r>
              <a:rPr sz="1000">
                <a:solidFill>
                  <a:srgbClr val="222222"/>
                </a:solidFill>
              </a:rPr>
              <a:t>  SHA3-256 (content) | 24d03b0cc9c9ca0ea36e744df8311d78b2307f0f8c48182e6133895a54645b82</a:t>
            </a:r>
          </a:p>
          <a:p>
            <a:r>
              <a:rPr sz="1000">
                <a:solidFill>
                  <a:srgbClr val="222222"/>
                </a:solidFill>
              </a:rPr>
              <a:t>  SHA3-256 (chain) | d441f6f8231acaabf99160b3b69f0eaf83393f1ebd5fa44fde81c32b8fcc7e59</a:t>
            </a:r>
          </a:p>
          <a:p>
            <a:r>
              <a:rPr sz="1000">
                <a:solidFill>
                  <a:srgbClr val="222222"/>
                </a:solidFill>
              </a:rPr>
              <a:t>  Timestamp UTC | 2026-10-02T09:25:48.145357Z</a:t>
            </a:r>
          </a:p>
          <a:p>
            <a:r>
              <a:rPr sz="1000">
                <a:solidFill>
                  <a:srgbClr val="222222"/>
                </a:solidFill>
              </a:rPr>
              <a:t>  Hash Algorithm | SHA3-256 (FIPS 202 compliant)</a:t>
            </a:r>
          </a:p>
          <a:p>
            <a:r>
              <a:rPr sz="1000">
                <a:solidFill>
                  <a:srgbClr val="222222"/>
                </a:solidFill>
              </a:rPr>
              <a:t>Anticloud FZ LLE · PAX L5 Narrow L2 General 27B · AIOSS Ledger Genesis: 8b4a8a4f6312dfbe885de8280716985637c163fd2a4b5590341d56db1cc4e560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