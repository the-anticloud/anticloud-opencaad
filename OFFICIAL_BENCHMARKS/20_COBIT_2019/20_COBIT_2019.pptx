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2026-10-02T09:25:48.776473Z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a0856559dfb321c475d49b978a9bfbc0c571fa6d430731a61d3f609d26bec4e0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2026-10-02T09:25:48.776473Z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