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https://github.com/CAADRIA/opencaad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# Install</a:t>
            </a:r>
          </a:p>
          <a:p>
            <a:r>
              <a:rPr sz="1000">
                <a:solidFill>
                  <a:srgbClr val="222222"/>
                </a:solidFill>
              </a:rPr>
              <a:t>  pip install anticloud-opencaad</a:t>
            </a:r>
          </a:p>
          <a:p>
            <a:r>
              <a:rPr sz="1000">
                <a:solidFill>
                  <a:srgbClr val="222222"/>
                </a:solidFill>
              </a:rPr>
              <a:t>  </a:t>
            </a:r>
          </a:p>
          <a:p>
            <a:r>
              <a:rPr sz="1000">
                <a:solidFill>
                  <a:srgbClr val="222222"/>
                </a:solidFill>
              </a:rPr>
              <a:t>  # Run offline with PAX inference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Flag | Description</a:t>
            </a:r>
          </a:p>
          <a:p>
            <a:r>
              <a:rPr sz="1000">
                <a:solidFill>
                  <a:srgbClr val="222222"/>
                </a:solidFill>
              </a:rPr>
              <a:t>  --offline | Disable all network calls</a:t>
            </a:r>
          </a:p>
          <a:p>
            <a:r>
              <a:rPr sz="1000">
                <a:solidFill>
                  <a:srgbClr val="222222"/>
                </a:solidFill>
              </a:rPr>
              <a:t>  --pax-local | Use local PAX inference at 127.0.0.1:11434</a:t>
            </a:r>
          </a:p>
          <a:p>
            <a:r>
              <a:rPr sz="1000">
                <a:solidFill>
                  <a:srgbClr val="222222"/>
                </a:solidFill>
              </a:rPr>
              <a:t>  --aioss-log PATH | Write AIOSS audit chain to PATH</a:t>
            </a:r>
          </a:p>
          <a:p>
            <a:r>
              <a:rPr sz="1000">
                <a:solidFill>
                  <a:srgbClr val="222222"/>
                </a:solidFill>
              </a:rPr>
              <a:t>  --encrypt | Enable AES-256 at rest for output files</a:t>
            </a:r>
          </a:p>
          <a:p>
            <a:r>
              <a:rPr sz="1000">
                <a:solidFill>
                  <a:srgbClr val="222222"/>
                </a:solidFill>
              </a:rPr>
              <a:t>  --gpu | Force GPU inference</a:t>
            </a:r>
          </a:p>
          <a:p>
            <a:r>
              <a:rPr sz="1000">
                <a:solidFill>
                  <a:srgbClr val="222222"/>
                </a:solidFill>
              </a:rPr>
              <a:t>  --cpu | Force CPU inference</a:t>
            </a:r>
          </a:p>
          <a:p>
            <a:r>
              <a:rPr sz="1000">
                <a:solidFill>
                  <a:srgbClr val="222222"/>
                </a:solidFill>
              </a:rPr>
              <a:t>  --config PATH | Load configuration from YAML file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